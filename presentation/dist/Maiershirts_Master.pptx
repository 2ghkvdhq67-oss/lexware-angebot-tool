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5C58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5C58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 (Master „MS_TITEL“). Titel und Untertitel sind Platzhalter – einfach überschreiben.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Agenda-Layout: Icon im grünen Kreis, Nummer, Überschrift und Kurztext pro 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Abschnittsfolie (Master „MS_ABSCHNITT“):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Zwei-Spalten-Layout: Fließtext und Aufzählung links, 2x2-Kartenraster mit Icons rechts. Beispieltext – bitte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Kennzahlen-Layout: drei große Zahlen mit Beschriftung. Werte sind Beispiele.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Prozess-Layout: vier Schritte mit Icons und Pfeilen.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Tabellen-Layout für Angebotspositionen – passend zu den Angeboten aus dem Lexware-Tool.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Diagramm-Layout: natives Säulendiagramm links, Kernaussage rechts. Beispieldaten.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Standard-Inhaltsfolie: Aufzählung links, Bild-/Grafikfläche rechts. Der graue Kasten kann gelöscht und durch ein Bild ersetzt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Abschlussfolie (Master „MS_ABSCHLUSS“). Kontaktdaten sind Platzhalter – bitte durch die echten Daten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20116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87452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 · Datum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11480"/>
            <a:ext cx="1325880" cy="7315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554480"/>
            <a:ext cx="2743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423160"/>
            <a:ext cx="6400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383280"/>
            <a:ext cx="6400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274320"/>
            <a:ext cx="1143000" cy="62179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83280" y="640080"/>
            <a:ext cx="2377440" cy="12984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5740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Vielen Dank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2926080"/>
            <a:ext cx="73152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Kontakt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87452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bedruckte Textilien für Teams, Vereine und Unternehmen · September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271" y="1387511"/>
            <a:ext cx="260787" cy="2607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34440" y="12344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828800" y="121615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828800" y="1527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Wer wir sind und wofür wir stehen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210312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71" y="2256191"/>
            <a:ext cx="260787" cy="26078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210312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828800" y="208483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828800" y="23957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Druckverfahren, Textilien und Veredelung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97180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271" y="3124871"/>
            <a:ext cx="260787" cy="26078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297180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1828800" y="295351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Ablauf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828800" y="32644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Von der Anfrage bis zur Lieferung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3840480"/>
            <a:ext cx="566928" cy="566928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271" y="3993551"/>
            <a:ext cx="260787" cy="26078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84048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1828800" y="382219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828800" y="41330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Positionen, Preise und nächste Schritte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4231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 –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 – von der Motividee bis zum fertigen Paket.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8324" y="1540764"/>
            <a:ext cx="210312" cy="2103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5488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675120" y="123444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0" y="14173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1444" y="1540764"/>
            <a:ext cx="210312" cy="21031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1965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858000" y="22402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 für Workwear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572000" y="29260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754880" y="31089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4" y="3232404"/>
            <a:ext cx="210312" cy="21031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75488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75488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6675120" y="292608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858000" y="31089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1444" y="3232404"/>
            <a:ext cx="210312" cy="2103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85800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002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002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651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in Arbeitstagen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37160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63640" y="160020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65176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246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600200" y="2057400"/>
            <a:ext cx="914400" cy="0"/>
          </a:xfrm>
          <a:prstGeom prst="line">
            <a:avLst/>
          </a:prstGeom>
          <a:noFill/>
          <a:ln w="25400">
            <a:solidFill>
              <a:srgbClr val="A3C095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54864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703320" y="2057400"/>
            <a:ext cx="914400" cy="0"/>
          </a:xfrm>
          <a:prstGeom prst="line">
            <a:avLst/>
          </a:prstGeom>
          <a:noFill/>
          <a:ln w="25400">
            <a:solidFill>
              <a:srgbClr val="A3C095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65176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648" y="184708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806440" y="2057400"/>
            <a:ext cx="914400" cy="0"/>
          </a:xfrm>
          <a:prstGeom prst="line">
            <a:avLst/>
          </a:prstGeom>
          <a:noFill/>
          <a:ln w="25400">
            <a:solidFill>
              <a:srgbClr val="A3C095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475488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768" y="1847088"/>
            <a:ext cx="420624" cy="42062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9496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25196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Freigabe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858000" y="1600200"/>
            <a:ext cx="914400" cy="914400"/>
          </a:xfrm>
          <a:prstGeom prst="ellipse">
            <a:avLst/>
          </a:prstGeom>
          <a:solidFill>
            <a:srgbClr val="E3ECDD"/>
          </a:solidFill>
          <a:ln w="12700">
            <a:solidFill>
              <a:srgbClr val="E3ECD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1847088"/>
            <a:ext cx="420624" cy="42062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0" y="1508760"/>
            <a:ext cx="329184" cy="329184"/>
          </a:xfrm>
          <a:prstGeom prst="ellipse">
            <a:avLst/>
          </a:prstGeom>
          <a:solidFill>
            <a:srgbClr val="677E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30815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Angebotsübersicht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Gültig 30 Tage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38328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 Diagramm ist ein natives PowerPoint-Diagramm: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760720" y="1234440"/>
            <a:ext cx="2926080" cy="3108960"/>
          </a:xfrm>
          <a:prstGeom prst="roundRect">
            <a:avLst>
              <a:gd name="adj" fmla="val 3750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1965960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510" y="216347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0" y="2880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C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Platz für Bild, Grafik oder Zitat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C5C58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914400" y="2057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Vielen Dank für Ihr Interesse</a:t>
            </a:r>
            <a:endParaRPr lang="en-US" sz="36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914400" y="2926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8B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Anfrage.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rgbClr val="819E72"/>
          </a:solidFill>
          <a:ln w="12700">
            <a:solidFill>
              <a:srgbClr val="819E7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053" y="3761293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69848" y="3657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246120" y="3657600"/>
            <a:ext cx="384048" cy="384048"/>
          </a:xfrm>
          <a:prstGeom prst="ellipse">
            <a:avLst/>
          </a:prstGeom>
          <a:solidFill>
            <a:srgbClr val="819E72"/>
          </a:solidFill>
          <a:ln w="12700">
            <a:solidFill>
              <a:srgbClr val="819E7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813" y="3761293"/>
            <a:ext cx="176662" cy="17666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21608" y="3657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897880" y="3657600"/>
            <a:ext cx="384048" cy="384048"/>
          </a:xfrm>
          <a:prstGeom prst="ellipse">
            <a:avLst/>
          </a:prstGeom>
          <a:solidFill>
            <a:srgbClr val="819E72"/>
          </a:solidFill>
          <a:ln w="12700">
            <a:solidFill>
              <a:srgbClr val="819E7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573" y="3761293"/>
            <a:ext cx="176662" cy="17666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73368" y="3657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www.maiershirts.de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2026-09-15T10:54:22Z</dcterms:created>
  <dcterms:modified xsi:type="dcterms:W3CDTF">2026-09-15T10:54:22Z</dcterms:modified>
</cp:coreProperties>
</file>