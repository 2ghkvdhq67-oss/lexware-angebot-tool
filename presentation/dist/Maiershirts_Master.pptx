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Aufträge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T-Shirts</c:v>
                  </c:pt>
                  <c:pt idx="1">
                    <c:v>Hoodies</c:v>
                  </c:pt>
                  <c:pt idx="2">
                    <c:v>Polos</c:v>
                  </c:pt>
                  <c:pt idx="3">
                    <c:v>Workwear</c:v>
                  </c:pt>
                  <c:pt idx="4">
                    <c:v>Caps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260</c:v>
                </c:pt>
                <c:pt idx="2">
                  <c:v>180</c:v>
                </c:pt>
                <c:pt idx="3">
                  <c:v>150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 (Master „MS_TITEL“). Titel und Untertitel sind Platzhalter – einfach überschreiben.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Agenda-Layout: Icon im grünen Kreis, Nummer, Überschrift und Kurztext pro Zeile.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Abschnittsfolie (Master „MS_ABSCHNITT“): Nummer, Titel, Kurzbeschreibung.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Zwei-Spalten-Layout: Fließtext und Aufzählung links, 2x2-Kartenraster mit Icons rechts. Beispieltext – bitte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Kennzahlen-Layout: drei große Zahlen mit Beschriftung. Werte sind Beispiele.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Prozess-Layout: vier Schritte mit Icons und Pfeilen.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Tabellen-Layout für Angebotspositionen – passend zu den Angeboten aus dem Lexware-Tool. Beispielwerte.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Diagramm-Layout: natives Säulendiagramm links, Kernaussage rechts. Beispieldaten.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Standard-Inhaltsfolie: Aufzählung links, Bild-/Grafikfläche rechts. Der graue Kasten kann gelöscht und durch ein Bild ersetzt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Abschlussfolie (Master „MS_ABSCHLUSS“). Kontaktdaten sind Platzhalter – bitte durch die echten Daten ersetzen.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MS_TITEL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MS_ABSCHNIT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MS_ABSCHLUSS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exware-angebot-tool/presentation/assets/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3291840" cy="5943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der Präsentation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6583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Untertitel · Datum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Maiershirts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ABSCHNIT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exware-angebot-tool/presentation/assets/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11480"/>
            <a:ext cx="2194560" cy="4114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5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4231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Abschnittstitel</a:t>
            </a:r>
            <a:endParaRPr lang="en-US" sz="3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Kurzbeschreibung des Abschnitts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347472"/>
            <a:ext cx="178308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Maiershirts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ABSCHLUS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exware-angebot-tool/presentation/assets/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051560"/>
            <a:ext cx="36576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548640" y="18745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Angebotspräsentation</a:t>
            </a:r>
            <a:endParaRPr lang="en-US" sz="40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548640" y="31546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 bedruckte Textilien für Teams, Vereine und Unternehmen · September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66928" cy="566928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71" y="1387511"/>
            <a:ext cx="260787" cy="2607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2161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uns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527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wir sind und wofür wir stehen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566928" cy="566928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71" y="2256191"/>
            <a:ext cx="260787" cy="2607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103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828800" y="20848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2395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Druckverfahren, Textilien und Veredelung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566928" cy="566928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71" y="3124871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29718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828800" y="295351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32644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Anfrage bis zur Lieferung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840480"/>
            <a:ext cx="566928" cy="566928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71" y="3993551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38404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1828800" y="382219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828800" y="4133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Positionen, Preise und nächste Schritte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body" hasCustomPrompt="1"/>
          </p:nvPr>
        </p:nvSpPr>
        <p:spPr>
          <a:xfrm>
            <a:off x="54864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idx="102" type="title" hasCustomPrompt="1"/>
          </p:nvPr>
        </p:nvSpPr>
        <p:spPr>
          <a:xfrm>
            <a:off x="54864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uns</a:t>
            </a:r>
            <a:endParaRPr lang="en-US" sz="3600" dirty="0"/>
          </a:p>
        </p:txBody>
      </p:sp>
      <p:sp>
        <p:nvSpPr>
          <p:cNvPr id="4" name="Text 0"/>
          <p:cNvSpPr txBox="1"/>
          <p:nvPr>
            <p:ph idx="103" type="body" hasCustomPrompt="1"/>
          </p:nvPr>
        </p:nvSpPr>
        <p:spPr>
          <a:xfrm>
            <a:off x="54864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Textilveredelung aus einer Hand – persönlich, schnell und in gleichbleibender Qualität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uns ausmacht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Maiershirts veredelt Textilien für Unternehmen, Vereine und Events. Vom einzelnen Shirt bis zur kompletten Teamausstattung begleiten wir jedes Projekt persönlich – von der Motividee bis zum fertigen Paket.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 zu Textil, Verfahren und Motiv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 und Stickerei im eigenen Haus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Auflagen ab 1 Stück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Verlässliche Liefertermine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234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324" y="15407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5488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Siebdruck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Kräftige Farben, ideal für größere Auflagen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75120" y="12344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444" y="154076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Stickerei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Hochwertig und langlebig für Workwear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0" y="292608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323240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Produktionszeiten auf Anfrage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675120" y="292608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0" y="3108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44" y="323240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Geprüfte Textilien namhafter Hersteller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Zahlen, die für uns sprechen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1.200+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Projekte pro Jahr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Beispielwert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 in Arbeitstagen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Beispielwert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600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Wiederkehrende Kunden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Beispielwert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Werte sind Platzhalter und werden vor Verwendung durch echte Kennzahlen ersetzt.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läuft ein Auftrag ab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00200" y="2057400"/>
            <a:ext cx="9144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914400" cy="914400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08760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" y="3081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Textil, Menge und Motiv per Mail oder Telefon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03320" y="2057400"/>
            <a:ext cx="9144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51760" y="1600200"/>
            <a:ext cx="914400" cy="914400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8470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91840" y="1508760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1488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3081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 aus Lexware innerhalb von 48 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806440" y="2057400"/>
            <a:ext cx="9144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754880" y="1600200"/>
            <a:ext cx="914400" cy="914400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84708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94960" y="1508760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2519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251960" y="3081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 oder Stickerei nach Freigabe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858000" y="1600200"/>
            <a:ext cx="914400" cy="914400"/>
          </a:xfrm>
          <a:prstGeom prst="ellipse">
            <a:avLst/>
          </a:prstGeom>
          <a:solidFill>
            <a:srgbClr val="E9F9EF"/>
          </a:solidFill>
          <a:ln w="12700">
            <a:solidFill>
              <a:srgbClr val="E9F9E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84708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98080" y="1508760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Lieferung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355080" y="3081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Versand oder Abholung zum Wunschtermin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Angebotsübersicht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0"/>
                <a:gridCol w="91440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Artikel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Einzelpreis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Gesamt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T-Shirt Bio-Baumwolle, Brustdruck 1-farbig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Hoodie, Rückendruck 2-farbig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862,50 €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Polo-Shirt, Logo-Stickerei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Einrichtungskosten Siebdruck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 gesamt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2.072,50 €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Beispielpositionen · Preise netto zzgl. MwSt. · Gültig 30 Tage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Auftragsvolumen nach Produktgruppe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Beispieldaten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T-Shirts machen den größten Anteil aus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Diagramm ist ein natives PowerPoint-Diagramm: Werte per Rechtsklick → „Daten bearbeiten“ ändern.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Aussage der Folie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 Aussage mit einer kurzen Erläuterung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Dritte Aussage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Unterpunkt zur dritten Aussage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Weiterer Unterpunkt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2926080" cy="310896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9659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510" y="21634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 für Bild, Grafik oder Zitat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 Interesse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freuen uns auf Ihre Anfrage.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365760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53" y="3761293"/>
            <a:ext cx="176662" cy="1766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9848" y="3657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info@maiershirts.de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365760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813" y="3761293"/>
            <a:ext cx="176662" cy="1766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21608" y="3657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(0) 000 000000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897880" y="365760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573" y="3761293"/>
            <a:ext cx="176662" cy="1766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73368" y="3657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www.maiershirts.de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Maiershirts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Maiershirts – Präsentationsmaster</dc:title>
  <dc:subject>PptxGenJS Presentation</dc:subject>
  <dc:creator>Maiershirts</dc:creator>
  <cp:lastModifiedBy>Maiershirts</cp:lastModifiedBy>
  <cp:revision>1</cp:revision>
  <dcterms:created xsi:type="dcterms:W3CDTF">2026-09-15T06:34:10Z</dcterms:created>
  <dcterms:modified xsi:type="dcterms:W3CDTF">2026-09-15T06:34:10Z</dcterms:modified>
</cp:coreProperties>
</file>